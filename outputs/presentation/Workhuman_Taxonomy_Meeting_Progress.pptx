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Taxonomy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End goal: connect real labour-market evidence to business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Calibri"/>
              </a:rPr>
              <a:t>IE7945 Workforce Analytics capstone x Workhuman - Taxonomy of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554480"/>
            <a:ext cx="5029200" cy="6400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Public Job Postings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194560"/>
            <a:ext cx="0" cy="27432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2468880"/>
            <a:ext cx="5029200" cy="64008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B0B0B"/>
                </a:solidFill>
                <a:latin typeface="Calibri"/>
              </a:rPr>
              <a:t>Tasks + Skills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3108960"/>
            <a:ext cx="0" cy="27432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3383280"/>
            <a:ext cx="5029200" cy="64008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B0B0B"/>
                </a:solidFill>
                <a:latin typeface="Calibri"/>
              </a:rPr>
              <a:t>Task / Skill Taxonomies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4023360"/>
            <a:ext cx="0" cy="27432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4297680"/>
            <a:ext cx="5029200" cy="64008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B0B0B"/>
                </a:solidFill>
                <a:latin typeface="Calibri"/>
              </a:rPr>
              <a:t>Task-Skill Mapping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937760"/>
            <a:ext cx="0" cy="27432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160" y="5212080"/>
            <a:ext cx="5029200" cy="6400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Business Initiative -&gt; Tasks -&gt;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Evidence comes from real postings;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standards (O*NET, ESCO) are the reference frame.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A reproducible shared workforce-data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52514E"/>
                </a:solidFill>
                <a:latin typeface="Calibri"/>
              </a:rPr>
              <a:t>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Calibri"/>
              </a:rPr>
              <a:t>IE7945 Workforce Analytics capstone x Workhuman - Taxonomy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A78D6"/>
                </a:solidFill>
                <a:latin typeface="Calibri"/>
              </a:rPr>
              <a:t>5,595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2514E"/>
                </a:solidFill>
                <a:latin typeface="Calibri"/>
              </a:rPr>
              <a:t>raw postings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A78D6"/>
                </a:solidFill>
                <a:latin typeface="Calibri"/>
              </a:rPr>
              <a:t>5,497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514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2514E"/>
                </a:solidFill>
                <a:latin typeface="Calibri"/>
              </a:rPr>
              <a:t>canonical postings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A78D6"/>
                </a:solidFill>
                <a:latin typeface="Calibri"/>
              </a:rPr>
              <a:t>4,029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514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2514E"/>
                </a:solidFill>
                <a:latin typeface="Calibri"/>
              </a:rPr>
              <a:t>unique postings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3474720" cy="100584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O*NET 31.0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Calibri"/>
              </a:rPr>
              <a:t>1,016 occupations | 18,838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3383280"/>
            <a:ext cx="3474720" cy="100584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ESCO v1.2.1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Calibri"/>
              </a:rPr>
              <a:t>3,039 occupations | 13,939 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383280"/>
            <a:ext cx="3474720" cy="100584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DuckDB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Calibri"/>
              </a:rPr>
              <a:t>one shared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3474720" cy="100584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Shared data contract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Calibri"/>
              </a:rPr>
              <a:t>one posting_id for both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617720"/>
            <a:ext cx="3474720" cy="100584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EDA notebook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Calibri"/>
              </a:rPr>
              <a:t>executed from the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617720"/>
            <a:ext cx="3474720" cy="100584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Automated pipeline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Calibri"/>
              </a:rPr>
              <a:t>21/21 acceptance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How the data fits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Job postings = empirical evidence | O*NET &amp; ESCO = reference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Calibri"/>
              </a:rPr>
              <a:t>IE7945 Workforce Analytics capstone x Workhuman - Taxonomy of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377440" cy="73152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NYC Open Data Jobs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2,795 raw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2377440" cy="731520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Arbeitnow API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2,800 raw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286000"/>
            <a:ext cx="2743200" cy="914400"/>
          </a:xfrm>
          <a:prstGeom prst="roundRect">
            <a:avLst/>
          </a:prstGeom>
          <a:solidFill>
            <a:srgbClr val="F0EFEC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0B0B"/>
                </a:solidFill>
                <a:latin typeface="Calibri"/>
              </a:rPr>
              <a:t>Canonical Job Corpus</a:t>
            </a:r>
          </a:p>
          <a:p>
            <a:pPr algn="ctr"/>
            <a:r>
              <a:rPr sz="1500" b="0">
                <a:solidFill>
                  <a:srgbClr val="0B0B0B"/>
                </a:solidFill>
                <a:latin typeface="Calibri"/>
              </a:rPr>
              <a:t>5,497 postings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103120"/>
            <a:ext cx="914400" cy="54864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017520" y="2834640"/>
            <a:ext cx="914400" cy="54864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3657600"/>
            <a:ext cx="1828800" cy="502920"/>
          </a:xfrm>
          <a:prstGeom prst="round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posting_id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0" y="3200400"/>
            <a:ext cx="0" cy="45720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89520" y="1737360"/>
            <a:ext cx="1828800" cy="73152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0B0B"/>
                </a:solidFill>
                <a:latin typeface="Calibri"/>
              </a:rPr>
              <a:t>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206240"/>
            <a:ext cx="1828800" cy="73152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B0B0B"/>
                </a:solidFill>
                <a:latin typeface="Calibri"/>
              </a:rPr>
              <a:t>SKILLS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217920" y="2103120"/>
            <a:ext cx="1371600" cy="1801367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17920" y="3904487"/>
            <a:ext cx="1371600" cy="667513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66960" y="1737360"/>
            <a:ext cx="1828800" cy="73152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O*NET 31.0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18,838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4206240"/>
            <a:ext cx="1828800" cy="73152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ESCO v1.2.1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13,939 skills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0" y="2103120"/>
            <a:ext cx="548640" cy="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18320" y="4572000"/>
            <a:ext cx="548640" cy="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Calibri"/>
              </a:rPr>
              <a:t>Every downstream artefact (task, skill, mapping) joins back to the same posting_id and to a preserved,</a:t>
            </a:r>
          </a:p>
          <a:p>
            <a:pPr algn="l"/>
            <a:r>
              <a:rPr sz="1400" b="0">
                <a:solidFill>
                  <a:srgbClr val="52514E"/>
                </a:solidFill>
                <a:latin typeface="Calibri"/>
              </a:rPr>
              <a:t>checksummed raw record - so both teams work on identical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What EDA taught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52514E"/>
                </a:solidFill>
                <a:latin typeface="Calibri"/>
              </a:rPr>
              <a:t>Corpus quality and representation must be measured before taxonomy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Calibri"/>
              </a:rPr>
              <a:t>IE7945 Workforce Analytics capstone x Workhuman - Taxonomy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78D6"/>
                </a:solidFill>
                <a:latin typeface="Calibri"/>
              </a:rPr>
              <a:t>26.7%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overall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78D6"/>
                </a:solidFill>
                <a:latin typeface="Calibri"/>
              </a:rPr>
              <a:t>49.3%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514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NYC duplicates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(internal + external re-posts)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B6834"/>
                </a:solidFill>
                <a:latin typeface="Calibri"/>
              </a:rPr>
              <a:t>76.5%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B6834"/>
                </a:solidFill>
                <a:latin typeface="Calibri"/>
              </a:rPr>
              <a:t>22.4%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343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German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2514E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257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industry available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from current sources</a:t>
            </a:r>
          </a:p>
        </p:txBody>
      </p:sp>
      <p:pic>
        <p:nvPicPr>
          <p:cNvPr id="16" name="Picture 15" descr="duplicates_by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583680" cy="2139696"/>
          </a:xfrm>
          <a:prstGeom prst="rect">
            <a:avLst/>
          </a:prstGeom>
        </p:spPr>
      </p:pic>
      <p:pic>
        <p:nvPicPr>
          <p:cNvPr id="17" name="Picture 16" descr="language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886200"/>
            <a:ext cx="6080011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Independent development now; integration without rework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Shared data contract v1.0 (docs/data_contract.md)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Calibri"/>
              </a:rPr>
              <a:t>IE7945 Workforce Analytics capstone x Workhuman - Taxonomy of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108960" cy="777240"/>
          </a:xfrm>
          <a:prstGeom prst="round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posting_id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108960" cy="77724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source + source_job_id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3108960" cy="77724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raw record (preserved)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34840"/>
            <a:ext cx="3108960" cy="777240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normalized fields</a:t>
            </a:r>
          </a:p>
          <a:p>
            <a:pPr algn="ctr"/>
            <a:r>
              <a:rPr sz="1400" b="0">
                <a:solidFill>
                  <a:srgbClr val="0B0B0B"/>
                </a:solidFill>
                <a:latin typeface="Calibri"/>
              </a:rPr>
              <a:t>(NULL = not available)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737360"/>
            <a:ext cx="3017520" cy="100584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TASK TEAM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posting_id -&gt; atomic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566160"/>
            <a:ext cx="3017520" cy="1005840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SKILL TEAM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posting_id -&gt; atomic skills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49039" y="1920240"/>
            <a:ext cx="1005841" cy="32004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49039" y="1920240"/>
            <a:ext cx="1005841" cy="214884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2651760"/>
            <a:ext cx="2926080" cy="100584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LATER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posting_id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tasks &lt;-&gt; skills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2240280"/>
            <a:ext cx="1005840" cy="77724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772400" y="3291840"/>
            <a:ext cx="1005840" cy="77724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Rules: UTF-8, ISO-8601 dates, ISO language codes, source-provided vs *_derived fields, duplicates flagged not deleted.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Advanced prototype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Model disagreement as a quality signal - not an LLM answer as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Calibri"/>
              </a:rPr>
              <a:t>IE7945 Workforce Analytics capstone x Workhuman - Taxonomy of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7498079" cy="566928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REAL POSTING (deterministic sample, section detection)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91056"/>
            <a:ext cx="1325880" cy="310896"/>
          </a:xfrm>
          <a:prstGeom prst="round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0560" y="2029968"/>
            <a:ext cx="0" cy="210312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240280"/>
            <a:ext cx="7498079" cy="566928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Gemini + Groq independent extraction (cached, schema-validated)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368296"/>
            <a:ext cx="1325880" cy="310896"/>
          </a:xfrm>
          <a:prstGeom prst="roundRect">
            <a:avLst/>
          </a:prstGeom>
          <a:solidFill>
            <a:srgbClr val="C9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80560" y="2807208"/>
            <a:ext cx="0" cy="210312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017520"/>
            <a:ext cx="7498079" cy="566928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Evidence-preserving gates (verbatim span must exist in posting)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145536"/>
            <a:ext cx="1325880" cy="310896"/>
          </a:xfrm>
          <a:prstGeom prst="round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3584448"/>
            <a:ext cx="0" cy="210311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794760"/>
            <a:ext cx="7498079" cy="566928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Task / skill statements + cross-model agreement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922776"/>
            <a:ext cx="1325880" cy="310896"/>
          </a:xfrm>
          <a:prstGeom prst="roundRect">
            <a:avLst/>
          </a:prstGeom>
          <a:solidFill>
            <a:srgbClr val="C9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0560" y="4361688"/>
            <a:ext cx="0" cy="210312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4572000"/>
            <a:ext cx="7498079" cy="566928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O*NET / ESCO candidate alignment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700016"/>
            <a:ext cx="1325880" cy="310896"/>
          </a:xfrm>
          <a:prstGeom prst="roundRect">
            <a:avLst/>
          </a:prstGeom>
          <a:solidFill>
            <a:srgbClr val="9A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5138928"/>
            <a:ext cx="0" cy="210312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5349240"/>
            <a:ext cx="7498079" cy="566928"/>
          </a:xfrm>
          <a:prstGeom prst="roundRect">
            <a:avLst/>
          </a:prstGeom>
          <a:solidFill>
            <a:srgbClr val="F0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Calibri"/>
              </a:rPr>
              <a:t>Human review where models disagree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477255"/>
            <a:ext cx="1325880" cy="310896"/>
          </a:xfrm>
          <a:prstGeom prst="roundRect">
            <a:avLst/>
          </a:prstGeom>
          <a:solidFill>
            <a:srgbClr val="9A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146304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COMPLETED = built and tested end to end on a 4-posting smoke test.</a:t>
            </a:r>
          </a:p>
          <a:p>
            <a:pPr algn="l"/>
            <a:endParaRPr sz="1200" b="0">
              <a:solidFill>
                <a:srgbClr val="52514E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IN PROGRESS = 200-posting experiment paused mid-run; responses cached, results not yet validated.</a:t>
            </a:r>
          </a:p>
          <a:p>
            <a:pPr algn="l"/>
            <a:endParaRPr sz="1200" b="0">
              <a:solidFill>
                <a:srgbClr val="52514E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No experiment metrics are shown until the run completes.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Collaboration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One shared foundation feeds both teams; the joint work reuses their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Calibri"/>
              </a:rPr>
              <a:t>IE7945 Workforce Analytics capstone x Workhuman - Taxonomy of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417320"/>
            <a:ext cx="4114800" cy="1143000"/>
          </a:xfrm>
          <a:prstGeom prst="round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SHARED FOUNDATION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canonical corpus | posting IDs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data contract | O*NET + ESCO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4572000" cy="114300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TASK TEAM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responsibilities -&gt; tasks -&gt; clusters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-&gt; O*NET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108960"/>
            <a:ext cx="4572000" cy="1143000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SKILL TEAM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requirements -&gt; skills -&gt; clusters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-&gt; ESCO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846320"/>
            <a:ext cx="4114800" cy="114300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JOINT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task-skill mapping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initiative -&gt; tasks -&gt; skills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926080" y="2560320"/>
            <a:ext cx="2194560" cy="54864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2560320"/>
            <a:ext cx="2194560" cy="54864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26080" y="4251960"/>
            <a:ext cx="2194560" cy="59436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040880" y="4251960"/>
            <a:ext cx="2194560" cy="594360"/>
          </a:xfrm>
          <a:prstGeom prst="line">
            <a:avLst/>
          </a:prstGeom>
          <a:ln w="25400">
            <a:solidFill>
              <a:srgbClr val="9A99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</a:rPr>
              <a:t>Foundation complete; moving from data acquisition to evidence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578" y="111146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Calibri"/>
              </a:rPr>
              <a:t>IE7945 Workforce Analytics capstone x Workhuman - Taxonomy of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6160" cy="548640"/>
          </a:xfrm>
          <a:prstGeom prst="round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Corpus (NYC + Arbeitnow)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O*NET 31.0 loaded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ESCO v1.2.1 loaded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DuckDB database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Shared data contract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EDA notebook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Reproducible pipeline (21/21)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566160" cy="548640"/>
          </a:xfrm>
          <a:prstGeom prst="roundRect">
            <a:avLst/>
          </a:prstGeom>
          <a:solidFill>
            <a:srgbClr val="C9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1488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Gemini/Groq provider layer - built, live-tested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Deterministic 200-posting sample - built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Section detection + evidence gates - built, tested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Dual-model extraction run - paused (cached)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Empty gold-100 set + annotation guidelines - drafted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566160" cy="548640"/>
          </a:xfrm>
          <a:prstGeom prst="roundRect">
            <a:avLst/>
          </a:prstGeom>
          <a:solidFill>
            <a:srgbClr val="9A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488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Finish evidence-based extraction prototype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Gemini/Groq disagreement experiment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Human-labelled 100-posting set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O*NET/ESCO candidate matching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Embeddings/clustering (next sprint)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alibri"/>
              </a:rPr>
              <a:t>- Joint task-skill integration later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711</Words>
  <Application>Microsoft Office PowerPoint</Application>
  <PresentationFormat>Widescreen</PresentationFormat>
  <Paragraphs>147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DHRUV PATEL</cp:lastModifiedBy>
  <cp:revision>2</cp:revision>
  <dcterms:created xsi:type="dcterms:W3CDTF">2013-01-27T09:14:16Z</dcterms:created>
  <dcterms:modified xsi:type="dcterms:W3CDTF">2026-09-25T20:54:28Z</dcterms:modified>
  <cp:category/>
</cp:coreProperties>
</file>